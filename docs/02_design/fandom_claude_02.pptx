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3200400" cy="6781800"/>
  <p:notesSz cx="6781800" cy="320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2026-07-29T13:16:06Z</dcterms:created>
  <dcterms:modified xsi:type="dcterms:W3CDTF">2026-07-29T13:16:06Z</dcterms:modified>
</cp:coreProperties>
</file>
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3200400" cy="6781800"/>
  <p:notesSz cx="6781800" cy="320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9E6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200400" cy="6781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9E6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200400" cy="6781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9E6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9E6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9E6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9E6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9E6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9E6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9E6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9E6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05100" cy="4781550"/>
          </a:xfrm>
          <a:prstGeom prst="roundRect">
            <a:avLst>
              <a:gd name="adj" fmla="val 4930"/>
            </a:avLst>
          </a:prstGeom>
          <a:ln w="19050">
            <a:solidFill>
              <a:srgbClr val="22201C"/>
            </a:solidFill>
            <a:prstDash val="solid"/>
          </a:ln>
          <a:effectLst>
            <a:outerShdw sx="100000" sy="100000" kx="0" ky="0" algn="bl" rotWithShape="0" blurRad="419100" dist="190500" dir="5400000">
              <a:srgbClr val="000000">
                <a:alpha val="40000"/>
              </a:srgbClr>
            </a:outerShdw>
          </a:effectLst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9E6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9E6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9E6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9E6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9E6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9E6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9E6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9E6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E9E6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E9E6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E9E6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E9E6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E9E6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E9E6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E9E6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2026-07-29T09:46:39Z</dcterms:created>
  <dcterms:modified xsi:type="dcterms:W3CDTF">2026-07-29T09:46:39Z</dcterms:modified>
</cp:coreProperties>
</file>